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4C13-19F3-5A8F-E8DB-D6FA6BEBC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14487-2650-2134-133F-92836E768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E35D-A53B-56E1-061D-C008731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FA069-A613-18C6-DB38-133EA579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899A8-F445-8EE6-FAD1-315C0DEF0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9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2B39-D2EB-CF68-1148-A2525DDC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AFDF-B6B8-8838-60CC-D2BAC987B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8ADA1-5316-08CE-FF4A-36FF0DC7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BB31E-AD8C-01AA-BF9A-585B3376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0F06-9C4A-B777-8B09-A76A3251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3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A539-AAD3-BFB3-D0EA-761EFBEBD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40DB-30C9-3214-5D86-A544B897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45A84-0C5E-B3B3-0036-07726C63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C62D-D434-49F8-EA5A-4CF4BBA8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53919-3AF2-8032-319A-154BB2A9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3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E6F4-A6CB-9AA2-2A63-2E7D95E2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F164-BED3-DEB3-42BF-7637B87CE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29DB3-A604-2FB4-FC01-4C2ED1DC1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BC443-6A96-0F71-61C4-3D1E0348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0CD5B-C03D-DDE2-BC53-4D68D584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D6F71-C070-9675-7548-D0DE0336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98BB-38B0-3498-D7CC-95A97CD1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B8DE4-5005-4187-F653-F8DD36E6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D27C8-4B69-5260-1696-58F466678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6C3AA-6D0C-00C4-F269-07CD993D3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966A7-A774-F235-34FA-3D24D2F31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9C51E-1556-2049-7E46-62F3EC14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6D836-C583-8F52-CBCF-FA7A5EDB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44A47-2C36-C004-F06F-4A6AB01D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7CEE-817A-CC27-1467-1C6A2539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56279-A297-707A-D5E7-7863459F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045FB-31AE-FAFE-9332-69F2F635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DA6E7-45EA-97B9-C802-E5EEAB87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4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3AF72-7D8D-2739-73E0-EA3B88C7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FBB7F-6F30-9495-A954-154A5E2E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078DF-591A-AF35-6FBC-312BCB4B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5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A4F-981C-F37F-A3CE-0C08101A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5D5AB-6E15-EB0A-F800-89EDD0E5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2B4B-583D-70DB-B655-9027B0176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2F9F7-291C-272E-016F-A91A8B73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DBAD9-98E7-FD25-A345-69E3F3D0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D6913-E094-EDE0-EFD9-582AE2B7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5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7341-1920-6C5A-E2FE-3CC4490FB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1F76-0EF6-9460-D0BD-4ADA4281D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9533A-EA7B-D68D-35ED-3B5A3BEFA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C07DF-0435-6738-C211-B6187F58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4974F-F86A-8F0B-E4B9-CDAC6155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27282-FC9A-FCBC-18B7-5B97CA58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0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996-8337-2C9D-A809-D0206FB5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D89F1-0955-0996-DE48-1C643F70A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CFC9F-6A68-A05E-FF0E-B37E4355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1D3ED-3BD0-FA78-7ED5-00C7DA11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F4A5-7377-D819-4709-E1D2FCC6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0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B8AAE-176A-D5AF-054C-5418CF72B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51AF4-B6D5-46F7-C222-D608FDED3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8BE5D-94B6-A019-E2F9-8651F917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6CF76-1CD3-F2B4-3A57-6C75EEB1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0BE01-529F-B297-93FC-86A38BA7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4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D6905-F1CC-DC19-8230-DBE31A9F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9526A-C35A-0643-FCB3-F34CA3B7F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3566-2593-47CA-4440-A0C203D4E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C3B33-7E23-4029-A4DE-DCB56F5EC53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7CE6-EE5E-662F-C761-CE1889050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B8F9-26E0-B513-E01C-3C9EA5F1C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FC32A-4830-4AE6-952E-72AD0976B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6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1F288B-450A-49BA-CB2E-E2A292F6FDE3}"/>
              </a:ext>
            </a:extLst>
          </p:cNvPr>
          <p:cNvSpPr/>
          <p:nvPr/>
        </p:nvSpPr>
        <p:spPr>
          <a:xfrm>
            <a:off x="205483" y="92467"/>
            <a:ext cx="11835830" cy="647272"/>
          </a:xfrm>
          <a:prstGeom prst="roundRect">
            <a:avLst>
              <a:gd name="adj" fmla="val 2747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4BB8DE-0AFF-2833-59D7-E6BD516E866C}"/>
              </a:ext>
            </a:extLst>
          </p:cNvPr>
          <p:cNvSpPr/>
          <p:nvPr/>
        </p:nvSpPr>
        <p:spPr>
          <a:xfrm>
            <a:off x="178084" y="851045"/>
            <a:ext cx="11835829" cy="1121596"/>
          </a:xfrm>
          <a:prstGeom prst="roundRect">
            <a:avLst>
              <a:gd name="adj" fmla="val 1610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4AD1C8-3EE2-8617-77C9-36319536E47D}"/>
              </a:ext>
            </a:extLst>
          </p:cNvPr>
          <p:cNvSpPr/>
          <p:nvPr/>
        </p:nvSpPr>
        <p:spPr>
          <a:xfrm>
            <a:off x="205483" y="2089635"/>
            <a:ext cx="2537717" cy="2227184"/>
          </a:xfrm>
          <a:prstGeom prst="roundRect">
            <a:avLst>
              <a:gd name="adj" fmla="val 112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0919BA-9A6E-956E-ACF9-0B36247A4A98}"/>
              </a:ext>
            </a:extLst>
          </p:cNvPr>
          <p:cNvSpPr/>
          <p:nvPr/>
        </p:nvSpPr>
        <p:spPr>
          <a:xfrm>
            <a:off x="7910623" y="2089635"/>
            <a:ext cx="4130690" cy="2227184"/>
          </a:xfrm>
          <a:prstGeom prst="roundRect">
            <a:avLst>
              <a:gd name="adj" fmla="val 981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B5E6B5-5789-BA49-6A21-2BBE47700F09}"/>
              </a:ext>
            </a:extLst>
          </p:cNvPr>
          <p:cNvSpPr/>
          <p:nvPr/>
        </p:nvSpPr>
        <p:spPr>
          <a:xfrm>
            <a:off x="2838893" y="2089635"/>
            <a:ext cx="4965405" cy="2227184"/>
          </a:xfrm>
          <a:prstGeom prst="roundRect">
            <a:avLst>
              <a:gd name="adj" fmla="val 98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B7299D-543D-E4AB-A61F-A8E0B8F5CA86}"/>
              </a:ext>
            </a:extLst>
          </p:cNvPr>
          <p:cNvSpPr/>
          <p:nvPr/>
        </p:nvSpPr>
        <p:spPr>
          <a:xfrm>
            <a:off x="205483" y="4433813"/>
            <a:ext cx="2537717" cy="2227184"/>
          </a:xfrm>
          <a:prstGeom prst="roundRect">
            <a:avLst>
              <a:gd name="adj" fmla="val 1172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C434BF-B5F1-7E84-5E98-FF1A4917A660}"/>
              </a:ext>
            </a:extLst>
          </p:cNvPr>
          <p:cNvSpPr/>
          <p:nvPr/>
        </p:nvSpPr>
        <p:spPr>
          <a:xfrm>
            <a:off x="2838893" y="4433813"/>
            <a:ext cx="9202420" cy="2227184"/>
          </a:xfrm>
          <a:prstGeom prst="roundRect">
            <a:avLst>
              <a:gd name="adj" fmla="val 981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4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mosab mohamed</dc:creator>
  <cp:lastModifiedBy>mosab mohamed</cp:lastModifiedBy>
  <cp:revision>2</cp:revision>
  <dcterms:created xsi:type="dcterms:W3CDTF">2026-03-08T21:49:25Z</dcterms:created>
  <dcterms:modified xsi:type="dcterms:W3CDTF">2026-03-09T00:40:59Z</dcterms:modified>
</cp:coreProperties>
</file>